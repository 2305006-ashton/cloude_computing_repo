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Band Event Booking System</a:t>
            </a:r>
          </a:p>
        </p:txBody>
      </p:sp>
      <p:sp>
        <p:nvSpPr>
          <p:cNvPr id="3" name="Subtitle 2"/>
          <p:cNvSpPr>
            <a:spLocks noGrp="1"/>
          </p:cNvSpPr>
          <p:nvPr>
            <p:ph type="subTitle" idx="1"/>
          </p:nvPr>
        </p:nvSpPr>
        <p:spPr/>
        <p:txBody>
          <a:bodyPr/>
          <a:lstStyle/>
          <a:p>
            <a:r>
              <a:t>FELIZ GOAN BAND AND ROCE CEREMONY PLANNERS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The 'Band Event Booking' project is an event management system designed to simplify the process of booking live music bands, along with additional packages included in event services such as decoration, photography, catering, and bar services.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Existing System and the Problem</a:t>
            </a:r>
          </a:p>
        </p:txBody>
      </p:sp>
      <p:sp>
        <p:nvSpPr>
          <p:cNvPr id="3" name="Content Placeholder 2"/>
          <p:cNvSpPr>
            <a:spLocks noGrp="1"/>
          </p:cNvSpPr>
          <p:nvPr>
            <p:ph idx="1"/>
          </p:nvPr>
        </p:nvSpPr>
        <p:spPr/>
        <p:txBody>
          <a:bodyPr/>
          <a:lstStyle/>
          <a:p>
            <a:r>
              <a:t>Currently, customers can only book events by visiting the venue in person or by making a phone call. This manual process is time-consuming for both parties and often results in missed bookings due to unavailability of preferred dates.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System</a:t>
            </a:r>
          </a:p>
        </p:txBody>
      </p:sp>
      <p:sp>
        <p:nvSpPr>
          <p:cNvPr id="3" name="Content Placeholder 2"/>
          <p:cNvSpPr>
            <a:spLocks noGrp="1"/>
          </p:cNvSpPr>
          <p:nvPr>
            <p:ph idx="1"/>
          </p:nvPr>
        </p:nvSpPr>
        <p:spPr/>
        <p:txBody>
          <a:bodyPr/>
          <a:lstStyle/>
          <a:p>
            <a:r>
              <a:t>The proposed computerized event booking system will:</a:t>
            </a:r>
          </a:p>
          <a:p>
            <a:r>
              <a:t>- Enhance workflow efficiency</a:t>
            </a:r>
          </a:p>
          <a:p>
            <a:r>
              <a:t>- Improve service quality</a:t>
            </a:r>
          </a:p>
          <a:p>
            <a:r>
              <a:t>- Allow customers to check availability and book events online</a:t>
            </a:r>
          </a:p>
          <a:p>
            <a:r>
              <a:t>- Reduce time wasted on manual bookings</a:t>
            </a:r>
          </a:p>
          <a:p>
            <a:r>
              <a:t>- Expand the market reach of the band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Features</a:t>
            </a:r>
          </a:p>
        </p:txBody>
      </p:sp>
      <p:sp>
        <p:nvSpPr>
          <p:cNvPr id="3" name="Content Placeholder 2"/>
          <p:cNvSpPr>
            <a:spLocks noGrp="1"/>
          </p:cNvSpPr>
          <p:nvPr>
            <p:ph idx="1"/>
          </p:nvPr>
        </p:nvSpPr>
        <p:spPr/>
        <p:txBody>
          <a:bodyPr/>
          <a:lstStyle/>
          <a:p>
            <a:r>
              <a:t>1. Online Band Booking</a:t>
            </a:r>
          </a:p>
          <a:p>
            <a:r>
              <a:t>2. View Band Schedule</a:t>
            </a:r>
          </a:p>
          <a:p>
            <a:r>
              <a:t>3. Access to Previous Event Videos</a:t>
            </a:r>
          </a:p>
          <a:p>
            <a:r>
              <a:t>4. Photo Gallery</a:t>
            </a:r>
          </a:p>
          <a:p>
            <a:r>
              <a:t>5. Package Booking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Band</a:t>
            </a:r>
          </a:p>
        </p:txBody>
      </p:sp>
      <p:sp>
        <p:nvSpPr>
          <p:cNvPr id="3" name="Content Placeholder 2"/>
          <p:cNvSpPr>
            <a:spLocks noGrp="1"/>
          </p:cNvSpPr>
          <p:nvPr>
            <p:ph idx="1"/>
          </p:nvPr>
        </p:nvSpPr>
        <p:spPr/>
        <p:txBody>
          <a:bodyPr/>
          <a:lstStyle/>
          <a:p>
            <a:r>
              <a:t>FELIZ GOAN BAND AND ROCE CEREMONY PLANNERS</a:t>
            </a:r>
          </a:p>
          <a:p/>
          <a:p>
            <a:r>
              <a:t>Upload space for band photo</a:t>
            </a:r>
          </a:p>
          <a:p>
            <a:r>
              <a:t>Band name prominently displayed</a:t>
            </a:r>
          </a:p>
          <a:p>
            <a:r>
              <a:t>Section for photos from past events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